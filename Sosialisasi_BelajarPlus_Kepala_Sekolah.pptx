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772400" y="-457200"/>
            <a:ext cx="5486400" cy="4114800"/>
          </a:xfrm>
          <a:prstGeom prst="rect">
            <a:avLst/>
          </a:prstGeom>
          <a:solidFill>
            <a:srgbClr val="1E3A8A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KEMITRAAN RESMI PERPUSTAKAAN DIGITAL SEKOLAH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24231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Ekosistem Literasi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Pembelajaran Digital Sekolah v2.0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Terpadu Manajemen Perpustakaan Digital, Ujian LJD Anti-Cheat,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Otomasi Koreksi AI untuk Kepala Sekolah &amp; Pengelola Pendidikan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5166360"/>
            <a:ext cx="103327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2578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Khusus: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Dewan Kepala Sekolah, Wakil Kepala Sekolah, &amp; Administrator Lembaga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Utama: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Anggaran BOS, Peningkatan Poin Akreditasi BAN-S/M, &amp; Penguatan Budaya Literasi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MASALAH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Riil Pengelolaan Pembelajaran &amp; Literasi Sekolah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103120"/>
            <a:ext cx="137160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Anggaran Buku Fisik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26974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cetak mudah robek, hilang, dan cepat usang tiap perubahan kurikulum. Anggaran BOS terserap besar untuk pengadaan fisik berulang.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2103120"/>
            <a:ext cx="137160" cy="1783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Minat Baca Siswa Rendah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46520" y="26974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Generasi digital enggan membaca buku cetak konvensional. Fasilitas perpustakaan fisik terbatas jam operasional dan ruang gedung.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4114800"/>
            <a:ext cx="137160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Akreditasi Tidak Riil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51560" y="47091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sirkulasi manual sering hilang dan tidak akuntabel saat audit akreditasi BAN-S/M dan pelaporan berkas Dinas Pendidikan.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411480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4114800"/>
            <a:ext cx="137160" cy="1783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Administrasi Guru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46520" y="47091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Koreksi manual ratusan lembar ujian dan rekap nilai menyita waktu mengajar guru, sementara supervisi pimpinan sulit dilakukan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PLATFORM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Ekosistem Terpadu BelajarPlus v2.0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3429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103120"/>
            <a:ext cx="34290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Perpustakaan Digital Berlisensi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301752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Koleksi buku Kurikulum Merdeka &amp; K13 resmi.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kuota lisensi eksemplar digital sekolah.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E-Reader interaktif dengan kuis per bab &amp; proteksi DRM.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2103120"/>
            <a:ext cx="3429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2103120"/>
            <a:ext cx="34290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Smart E-Learning &amp; Ujian LJD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301752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Lembar Jawab Digital (LJD) otomatis terkoreksi.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Pengawas fokus tab anti-cheat canggih.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Koreksi otomatis esai didukung Kredit AI Sekolah.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55280" y="2103120"/>
            <a:ext cx="3429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55280" y="2103120"/>
            <a:ext cx="3429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Executive Analytics &amp; Multi-Tenant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83880" y="301752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Kepala Sekolah real-time.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Branding sekolah mandiri &amp; custom domain.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Ekspor laporan resmi akreditasi BAN-S/M instan.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KEPALA SEKOLAH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 &amp; Pemantauan Sekolah Real-Time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Dashboard Pimpinan (/admin):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Header Institusi Resmi: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Menampilkan nama sekolah, peran pengelola resmi, dan status sinkronisasi.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Akumulasi Hasil Siswa: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Memantau jumlah ujian/tugas yang terselesaikan secara live tiap menit.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Kesiapan Bank Soal: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ratusan modul latihan interaktif siap pakai tanpa perlu guru mengetik dari awal.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Baris Aksi Cepat Eksekutif: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Pintasan langsung ke Kelola Kelas, Penugasan, Hasil Siswa, Perpustakaan, dan Presensi.</a:t>
            </a:r>
            <a:endParaRPr lang="en-US" sz="1150" dirty="0"/>
          </a:p>
        </p:txBody>
      </p:sp>
      <p:pic>
        <p:nvPicPr>
          <p:cNvPr id="12" name="Image 1" descr="C:\Users\errorscript\.gemini\antigravity-ide\scratch\belajarplus-tutorial\assets\kepsek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PERSONALISASI PORTAL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Identitas Mandiri: Branding Sekolah, Subdomain &amp; Custom Domain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Modul Tampilan Sekolah (/admin/library/settings):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Unggah Logo Sekolah Resmi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sekolah Anda otomatis menggantikan logo BelajarPlus di landing page siswa &amp; kartu portal.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Subdomain Khusus Sekolah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Alamat akses web resmi: smanegeri1sragen.belajarplus.id atau /s/smanegeri1sragen.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Integrasi Domain Kustom Sekolah (DNS)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 dapat memakai domain web sendiri (misal: perpustakaan.sekolah.sch.id) via DNS A-Record atau Cloudflare.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Progressive Web App (PWA) di HP Siswa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 dapat menginstal portal sekolah sebagai aplikasi mandiri di ponsel pintar mereka.</a:t>
            </a:r>
            <a:endParaRPr lang="en-US" sz="1100" dirty="0"/>
          </a:p>
        </p:txBody>
      </p:sp>
      <p:pic>
        <p:nvPicPr>
          <p:cNvPr id="12" name="Image 1" descr="C:\Users\errorscript\.gemini\antigravity-ide\scratch\belajarplus-tutorial\assets\kepsek_tampilan_sekola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INVENTARIS PERPUSTAKAAN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Anggaran BOS: Manajemen Lisensi &amp; Sirkulasi Buku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Sirkulasi Modern (/admin/library):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Metrik Inventaris Transparan: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Pantau total Judul Buku, Kuota Lisensi Eksemplar, Buku Sedang Dipinjam, dan Kuota Tersedia secara real-time.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Risk Buku Fisik Hilang/Rusak: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Lisensi digital dapat dipinjam ratusan siswa bergantian secara otomatis (masa aktif 7-14 hari) dan kembali otomatis ke rak.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Pemantauan Antrean (Waiting List):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Ketahui judul mana yang paling diminati siswa bila kuota habis.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Tabel Penggunaan Lisensi Tertinggi: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perencanaan alokasi anggaran BOS buku yang akurat.</a:t>
            </a:r>
            <a:endParaRPr lang="en-US" sz="1100" dirty="0"/>
          </a:p>
        </p:txBody>
      </p:sp>
      <p:pic>
        <p:nvPicPr>
          <p:cNvPr id="12" name="Image 1" descr="C:\Users\errorscript\.gemini\antigravity-ide\scratch\belajarplus-tutorial\assets\kepsek_koleksi_buk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PENGGUNA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Civitas: Siswa, Pendaftaran &amp; PTK Dapodik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Pengguna Terpadu: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Modul Siswa Sekolah (/admin/students)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Tab Status: Total Aktif, Sudah di Rombel, Belum di Rombel, dan Nonaktif.
• Fitur Impor Siswa Massal: Unggah ratusan data via spreadsheet/CSV instan.
• Menu Kode &amp; Pendaftaran: Verifikasi pengajuan akun siswa baru.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Modul Guru &amp; Tenaga Kependidikan (/admin/teachers)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Kelola akun Guru Pengajar dan Staf Tenaga Kependidikan.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Sinkronisasi nomor NUPTK / NIP resmi dinas.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Fitur Undang PTK dan Ekspor data kepegawaian siap pakai.</a:t>
            </a:r>
            <a:endParaRPr lang="en-US" sz="1100" dirty="0"/>
          </a:p>
        </p:txBody>
      </p:sp>
      <p:pic>
        <p:nvPicPr>
          <p:cNvPr id="12" name="Image 1" descr="C:\Users\errorscript\.gemini\antigravity-ide\scratch\belajarplus-tutorial\assets\kepsek_sisw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GURU &amp; MUTU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Kurikulum Merdeka &amp; Inovasi Koreksi Esai Berbasis AI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AI Cerdas Sekolah (/admin/ai-credits):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Struktur Kurikulum Merdeka &amp; K13: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Pengaturan mata pelajaran per tingkat kelas dan alokasi rombel belajar secara dinamis di modul Kurikulum.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Inovasi Kredit AI Sekolah: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baku: 1 Kredit = 1 Jawaban Isian/Esai dinilai otomatis oleh AI sesuai kunci &amp; rubrik guru. Soal pilihan ganda 100% bebas kredit!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Efisiensi Waktu Guru Hingga 75%: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tidak lagi begadang mengoreksi ratusan esai siswa. Fokus guru beralih pada pendampingan siswa dan pengembangan materi.</a:t>
            </a:r>
            <a:endParaRPr lang="en-US" sz="1100" dirty="0"/>
          </a:p>
        </p:txBody>
      </p:sp>
      <p:pic>
        <p:nvPicPr>
          <p:cNvPr id="12" name="Image 1" descr="C:\Users\errorscript\.gemini\antigravity-ide\scratch\belajarplus-tutorial\assets\kepsek_ai-cred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STRATEGIS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Meningkatkan Poin Akreditasi BAN-S/M &amp; Kesiapan Audit Dinas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Sarana &amp; Prasarana (Perpustakaan)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6974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Memenuhi indikator penyediaan sarana literasi berbasis teknologi informasi. Sekolah memiliki koleksi e-library ribuan judul tanpa perlu membangun gedung baru.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210312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Pengelolaan &amp; Evaluasi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26974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Tersedianya rekam jejak digital pembelajaran, frekuensi membaca siswa, dan transparansi distribusi tugas formatif/sumatif.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11480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Berkas Akreditasi Sekali Klik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47091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sirkulasi buku, statistik pengunjung perpustakaan teraktif, dan transkrip ketercapaian nilai dapat diunduh instan dalam format spreadsheet/PDF siap cetak.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4114800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Validitas Data untuk Dinas Pendidikan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47091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Mempermudah pelaporan implementasi Kurikulum Merdeka kepada Pengawas Pembina dan Dinas Pendidikan setempat secara terukur.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&amp; DISIPLIN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Integritas Akademik: Ujian LJD Anti-Cheat &amp; Presensi QR Code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C26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103120"/>
            <a:ext cx="51206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Pengawas Ujian Anti-Cheat (Tab Focus)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301752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otomatis mencatat setiap kali siswa membuka tab lain atau berganti aplikasi saat ujian berlangsung.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Header ujian menampilkan counter pelanggaran secara transparan.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Guru dan Kepala Sekolah dapat melihat log integritas pengerjaan siswa.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5120640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2103120"/>
            <a:ext cx="512064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Presensi Digital QR Code &amp; Manual Code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301752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Siswa memindai QR Code di kelas untuk absensi instan tanpa antre.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Dilengkapi fitur "Masukkan Kode Manual" bila perangkat kamera bermasalah.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Rekapitulasi kehadiran terhubung otomatis ke rekap bulanan sekolah.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19202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KEMITRAAN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 Implementasi Mudah &amp; Pendampingan Penuh (Onboarding)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10698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BelajarPlus.id — Sosialisasi Ekosistem Pembelajaran &amp; Perpustakaan Digital Resmi Sekolah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dari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256032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08760" y="2377440"/>
            <a:ext cx="100584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08760" y="26060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Registrasi &amp; Kode Sekolah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3434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Kode Sekolah Mitra resmi (SKL-XXXXX) &amp; aktivasi akun Administrator.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103120"/>
            <a:ext cx="256032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2377440"/>
            <a:ext cx="100584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26060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1188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Pengguna &amp; Rombel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11880" y="43434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Unggah data siswa &amp; guru via Excel, setting subdomain sekolah &amp; kurikulum.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103120"/>
            <a:ext cx="256032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03720" y="2377440"/>
            <a:ext cx="100584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26060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Guru &amp; Sosialisasi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09360" y="43434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teknis praktis pembuatan kelas, penugasan LJD, dan penilaian.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23960" y="2103120"/>
            <a:ext cx="256032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01200" y="2377440"/>
            <a:ext cx="100584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0" y="26060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00684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&amp; Pendampingan Tim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006840" y="43434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 resmi berjalan mandiri didampingi tim Customer Success BelajarPlus.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rrorscript\.gemini\antigravity-ide\scratch\belajarplus-tutorial\assets\belajar-pl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27432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AJAKAN KEMITRAAN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Wujudkan Sekolah Digital Unggul &amp; Siap Akreditasi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BelajarPlus.id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14400" y="3383280"/>
            <a:ext cx="103327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352044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Efisiensi Anggaran: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Penghematan belanja buku fisik BOS dan nol risiko buku hilang atau rusak.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Peningkatan Akreditasi: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fisik literasi digital terdata rapi dan siap diekspor sekali klik untuk BAN-S/M.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Pemberdayaan Guru: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Koreksi esai otomatis dengan Kredit AI, ujian LJD anti-cheat, dan presensi QR instan.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Branding Eksklusif: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domain mandiri, logo sekolah, dan mode aplikasi PWA di ponsel siswa.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Tim Kemitraan BelajarPlus: kemitraan@belajarplus.id | WhatsApp: +62 812-XXXX-XXXX | Website: https://belajarplus.id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BelajarPlus 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Sosialisasi Ekosistem BelajarPlus untuk Kepala Sekolah &amp; Pengelola Pendidikan</dc:title>
  <dc:subject>Transformasi Perpustakaan Digital &amp; Manajemen Pembelajaran Sekolah</dc:subject>
  <dc:creator>BelajarPlus Indonesia</dc:creator>
  <cp:lastModifiedBy>BelajarPlus Indonesia</cp:lastModifiedBy>
  <cp:revision>1</cp:revision>
  <dcterms:created xsi:type="dcterms:W3CDTF">2026-10-04T03:31:05Z</dcterms:created>
  <dcterms:modified xsi:type="dcterms:W3CDTF">2026-10-04T03:31:05Z</dcterms:modified>
</cp:coreProperties>
</file>