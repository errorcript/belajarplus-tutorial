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2743200" cy="685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1508760"/>
            <a:ext cx="5120640" cy="365760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PROGRAM KEMITRAAN RESMI PERPUSTAKAAN DIGITAL SEKOLAH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731520" y="2011680"/>
            <a:ext cx="6217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Transformasi Ekosistem Literasi &amp;</a:t>
            </a:r>
            <a:endParaRPr lang="en-US" sz="27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Pembelajaran Digital Sekolah v2.0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731520" y="3520440"/>
            <a:ext cx="6217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Terpadu Efisiensi Anggaran BOS Buku, Ujian LJD Anti-Cheat,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Otomasi Koreksi Esai AI, dan Peningkatan Poin Akreditasi BAN-S/M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31520" y="4434840"/>
            <a:ext cx="621792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572000"/>
            <a:ext cx="57607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Sasaran Khusus: </a:t>
            </a:r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Dewan Kepala Sekolah, Wakil Kepala Sekolah, &amp; Koordinator IT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Penyelenggara: </a:t>
            </a:r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 Kemitraan Strategis BelajarPlus.id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Fokus Pertemuan: </a:t>
            </a:r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Efisiensi Anggaran BOS, Poin Akreditasi Tinggi, &amp; Mutu Akademik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315200" y="1188720"/>
            <a:ext cx="4206240" cy="4892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0" y="1188720"/>
            <a:ext cx="420624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52360" y="129844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35240" y="129844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818120" y="1298448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92440" y="1252728"/>
            <a:ext cx="3291840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83880" y="1252728"/>
            <a:ext cx="3108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https://belajarplus.id/admin</a:t>
            </a:r>
            <a:endParaRPr lang="en-US" sz="800" dirty="0"/>
          </a:p>
        </p:txBody>
      </p:sp>
      <p:pic>
        <p:nvPicPr>
          <p:cNvPr id="17" name="Image 1" descr="C:\Users\errorscript\.gemini\antigravity-ide\scratch\belajarplus-tutorial\assets\kepsek_dashboar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60920" y="1554480"/>
            <a:ext cx="411480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"/>
            <a:ext cx="1920240" cy="47548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834640" y="256032"/>
            <a:ext cx="3017520" cy="347472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834640" y="25603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IDENTIFIKASI MASALAH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8595360" y="256032"/>
            <a:ext cx="2926080" cy="347472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CD34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95360" y="25603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7772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Tantangan Pengelolaan Literasi &amp; Ujian Sekolah Saat Ini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40080" y="1353312"/>
            <a:ext cx="10911535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0" y="6473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1600200"/>
            <a:ext cx="53035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0080" y="1600200"/>
            <a:ext cx="109728" cy="2057400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💸  Beban Anggaran Buku Fisik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60120" y="219456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Buku cetak mudah robek, hilang, dan cepat usang setiap revisi kurikulum. Dana BOS terserap besar untuk pengadaan fisik yang berulang tiap tahun.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172200" y="1600200"/>
            <a:ext cx="53035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72200" y="1600200"/>
            <a:ext cx="109728" cy="2057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9224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📉  Minat Baca Siswa Rendah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92240" y="219456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Generasi digital lebih lekat dengan gawai. Mengandalkan ruang fisik dengan jam buka terbatas membuat minat baca buku pelajaran makin menurun.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0080" y="3886200"/>
            <a:ext cx="53035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" y="3886200"/>
            <a:ext cx="109728" cy="20574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" y="4069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 Data Akreditasi Sulit Divalidasi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60120" y="448056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Pencatatan sirkulasi manual sering hilang dan tidak akuntabel saat visitasi asesor akreditasi BAN-S/M atau inspeksi berkala Pengawas Pembina Dinas.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172200" y="3886200"/>
            <a:ext cx="53035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172200" y="3886200"/>
            <a:ext cx="109728" cy="20574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92240" y="4069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⏳  Beban Administrasi Guru Sangat Tinggi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492240" y="448056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Waktu mengajar guru tersita berjam-jam hanya untuk mengoreksi tumpukan kertas ujian isian dan menyusun rekap nilai rapor secara konvensional.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"/>
            <a:ext cx="1920240" cy="47548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834640" y="256032"/>
            <a:ext cx="3017520" cy="347472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834640" y="25603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ARSITEKTUR PLATFORM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8595360" y="256032"/>
            <a:ext cx="2926080" cy="347472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CD34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95360" y="25603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7772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Ekosistem Menyeluruh BelajarPlus v2.0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40080" y="1353312"/>
            <a:ext cx="10911535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0" y="6473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1600200"/>
            <a:ext cx="3520440" cy="45262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0284C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0080" y="1600200"/>
            <a:ext cx="3520440" cy="640080"/>
          </a:xfrm>
          <a:prstGeom prst="rect">
            <a:avLst/>
          </a:prstGeom>
          <a:solidFill>
            <a:srgbClr val="E0F2FE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7240" y="173736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 1. Perpustakaan Digital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68680" y="2468880"/>
            <a:ext cx="306324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Ribuan judul buku Kurikulum Merdeka &amp; K13 resmi.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Sistem lisensi eksemplar digital sekolah terukur.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E-Reader interaktif + kuis bab &amp; proteksi DRM.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Peminjaman online 24/7 di HP atau laptop siswa.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43400" y="1600200"/>
            <a:ext cx="3520440" cy="45262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05966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43400" y="1600200"/>
            <a:ext cx="3520440" cy="640080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80560" y="173736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 2. Smart E-Learning &amp; LJD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0" y="2468880"/>
            <a:ext cx="306324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Lembar Jawab Digital (LJD) terkoreksi otomatis.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Pengawas fokus tab anti-cheat anti-contekan.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Koreksi otomatis esai didukung Kredit AI Sekolah.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Presensi digital berbasis scan QR code instan.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046720" y="1600200"/>
            <a:ext cx="3520440" cy="45262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D9770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046720" y="1600200"/>
            <a:ext cx="3520440" cy="64008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183880" y="1737360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 3. Executive Analytics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275320" y="2468880"/>
            <a:ext cx="306324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Dashboard Kepala Sekolah real-time tanpa delay.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Branding sekolah mandiri (logo &amp; domain kustom).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Manajemen master data siswa, rombel, &amp; PTK.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Ekspor berkas akreditasi BAN-S/M sekali klik.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"/>
            <a:ext cx="1920240" cy="47548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834640" y="256032"/>
            <a:ext cx="3017520" cy="347472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834640" y="25603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KEPALA SEKOLAH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8595360" y="256032"/>
            <a:ext cx="2926080" cy="347472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CD34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95360" y="25603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7772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Dashboard: Monitoring Kinerja Sekolah Real-Time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40080" y="1353312"/>
            <a:ext cx="10911535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0" y="6473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1600200"/>
            <a:ext cx="530352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Keunggulan Panel Pimpinan (/admin):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14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Header Resmi &amp; Multi-Tenant Terpadu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Menampilkan identitas sekolah resmi (SMA N 1 Sragen). Pengawas dapat beralih antar-sekolah dari satu akun tanpa perlu logout.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Akumulasi Hasil Siswa &amp; Bank Soal Aktif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Memantau jumlah pengerjaan tugas siswa live tiap menit dan ketersediaan ratusan modul bank soal latihan siap pakai.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Baris 5 Aksi Cepat Eksekutif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Pintasan instan satu klik menuju: Kelola Kelas, Penugasan, Hasil Siswa, Perpustakaan, dan Presensi.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Ringkasan Tugas Sekolah Transparan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hasil penilaian siswa siap tinjau guru, total koleksi e-book, dan keaktifan komunitas sekolah.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7920" y="1600200"/>
            <a:ext cx="53035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0" y="1600200"/>
            <a:ext cx="530352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55080" y="17099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37960" y="17099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1709928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995160" y="1664208"/>
            <a:ext cx="4389120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86600" y="1664208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https://belajarplus.id/admin</a:t>
            </a:r>
            <a:endParaRPr lang="en-US" sz="800" dirty="0"/>
          </a:p>
        </p:txBody>
      </p:sp>
      <p:pic>
        <p:nvPicPr>
          <p:cNvPr id="22" name="Image 1" descr="C:\Users\errorscript\.gemini\antigravity-ide\scratch\belajarplus-tutorial\assets\kepsek_dashboar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965960"/>
            <a:ext cx="521208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"/>
            <a:ext cx="1920240" cy="47548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834640" y="256032"/>
            <a:ext cx="3017520" cy="347472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834640" y="25603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PERSONALISASI PORTAL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8595360" y="256032"/>
            <a:ext cx="2926080" cy="347472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CD34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95360" y="25603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7772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Identitas Mandiri: Branding Sekolah, Subdomain &amp; Custom Domain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40080" y="1353312"/>
            <a:ext cx="10911535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0" y="6473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1600200"/>
            <a:ext cx="530352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 Modul Tampilan Sekolah (/admin/library/settings):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14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Unggah Logo Resmi Sekolah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sekolah Anda otomatis menggantikan logo BelajarPlus pada landing page perpustakaan siswa dan kartu login institusi.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Subdomain Khusus Sekolah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Alamat akses web resmi yang profesional, contoh: smanegeri1sragen.belajarplus.id atau /s/smanegeri1sragen.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Integrasi Domain Kustom Sekolah (DNS)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Sekolah dapat memakai domain web sendiri (misal: perpustakaan.sekolah.sch.id) via DNS A-Record atau Cloudflare.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Progressive Web App (PWA) di HP Siswa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Siswa dapat menginstal portal perpustakaan sebagai aplikasi mandiri di ponsel Android/iOS mereka.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7920" y="1600200"/>
            <a:ext cx="53035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0" y="1600200"/>
            <a:ext cx="530352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55080" y="17099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37960" y="17099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1709928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995160" y="1664208"/>
            <a:ext cx="4389120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86600" y="1664208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https://belajarplus.id/admin</a:t>
            </a:r>
            <a:endParaRPr lang="en-US" sz="800" dirty="0"/>
          </a:p>
        </p:txBody>
      </p:sp>
      <p:pic>
        <p:nvPicPr>
          <p:cNvPr id="22" name="Image 1" descr="C:\Users\errorscript\.gemini\antigravity-ide\scratch\belajarplus-tutorial\assets\kepsek_tampilan_sekolah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965960"/>
            <a:ext cx="521208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"/>
            <a:ext cx="1920240" cy="47548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834640" y="256032"/>
            <a:ext cx="3017520" cy="347472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834640" y="25603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INVENTARIS PERPUSTAKAAN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8595360" y="256032"/>
            <a:ext cx="2926080" cy="347472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CD34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95360" y="25603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7772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Efisiensi Anggaran BOS: Manajemen Lisensi &amp; Sirkulasi Buku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40080" y="1353312"/>
            <a:ext cx="10911535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0" y="6473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1600200"/>
            <a:ext cx="530352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 Sirkulasi Modern (/admin/library):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14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4 Metrik Inventaris Transparan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Pantau total Judul Buku (61 judul), Kuota Lisensi Eksemplar (452 lisensi), Buku Sedang Dipinjam, dan Kuota Tersedia secara live.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Zero Risk Buku Fisik Hilang/Rusak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Lisensi digital dapat dipinjam ratusan siswa bergantian secara otomatis (masa aktif 7-14 hari) dan kembali otomatis ke rak tanpa robek.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Antrean Peminjaman Cerdas (Waiting List)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Ketahui judul mana yang paling diminati siswa saat kuota habis untuk dasar pengadaan buku tahun ajaran baru.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Tabel "Penggunaan Lisensi Tertinggi"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Statistik rasio buku terpakai per mata pelajaran sebagai landasan alokasi dana BOS yang tepat sasaran.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7920" y="1600200"/>
            <a:ext cx="53035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0" y="1600200"/>
            <a:ext cx="530352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55080" y="17099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37960" y="17099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1709928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995160" y="1664208"/>
            <a:ext cx="4389120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86600" y="1664208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https://belajarplus.id/admin</a:t>
            </a:r>
            <a:endParaRPr lang="en-US" sz="800" dirty="0"/>
          </a:p>
        </p:txBody>
      </p:sp>
      <p:pic>
        <p:nvPicPr>
          <p:cNvPr id="22" name="Image 1" descr="C:\Users\errorscript\.gemini\antigravity-ide\scratch\belajarplus-tutorial\assets\kepsek_koleksi_buku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965960"/>
            <a:ext cx="521208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"/>
            <a:ext cx="1920240" cy="47548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834640" y="256032"/>
            <a:ext cx="3017520" cy="347472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834640" y="25603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MANAJEMEN PENGGUNA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8595360" y="256032"/>
            <a:ext cx="2926080" cy="347472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CD34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95360" y="25603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7772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Data Civitas: Siswa, Pendaftaran &amp; PTK Dapodik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40080" y="1353312"/>
            <a:ext cx="10911535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0" y="6473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1600200"/>
            <a:ext cx="530352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Kelola Pengguna Terpadu: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14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Modul Siswa Sekolah (/admin/students)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4 Tab Status: Total Aktif, Sudah di Rombel, Belum di Rombel, dan Nonaktif.
• Fitur Impor Siswa Massal: Unggah ratusan data via spreadsheet/CSV instan.
• Menu Kode &amp; Pendaftaran: Verifikasi pengajuan akun siswa baru.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Modul Guru &amp; Tenaga Kependidikan (/admin/teachers)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Kelola akun Guru Pengajar dan Staf Tenaga Kependidikan.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Sinkronisasi nomor NUPTK / NIP resmi dinas.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Fitur Undang PTK dan Ekspor data kepegawaian siap pakai.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7920" y="1600200"/>
            <a:ext cx="53035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0" y="1600200"/>
            <a:ext cx="530352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55080" y="17099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37960" y="17099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1709928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995160" y="1664208"/>
            <a:ext cx="4389120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86600" y="1664208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https://belajarplus.id/admin</a:t>
            </a:r>
            <a:endParaRPr lang="en-US" sz="800" dirty="0"/>
          </a:p>
        </p:txBody>
      </p:sp>
      <p:pic>
        <p:nvPicPr>
          <p:cNvPr id="22" name="Image 1" descr="C:\Users\errorscript\.gemini\antigravity-ide\scratch\belajarplus-tutorial\assets\kepsek_sisw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965960"/>
            <a:ext cx="521208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"/>
            <a:ext cx="1920240" cy="47548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834640" y="256032"/>
            <a:ext cx="3017520" cy="347472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834640" y="25603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EFISIENSI GURU &amp; MUTU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8595360" y="256032"/>
            <a:ext cx="2926080" cy="347472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CD34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95360" y="25603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7772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Kurikulum Merdeka &amp; Inovasi Koreksi Esai Berbasis AI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40080" y="1353312"/>
            <a:ext cx="10911535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0" y="6473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1600200"/>
            <a:ext cx="5303520" cy="4572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Integrasi AI Cerdas Sekolah (/admin/ai-credits):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914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Pemetaan Kurikulum Merdeka &amp; K13 Dinamis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Pengaturan mata pelajaran per tingkat kelas dan alokasi rombel belajar secara dinamis di modul Kurikulum.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Inovasi Kredit AI Sekolah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Aturan baku: 1 Kredit = 1 Jawaban Isian/Esai dinilai otomatis oleh AI sesuai kunci &amp; rubrik guru. Soal pilihan ganda 100% bebas kredit!
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Efisiensi Waktu Guru Hingga 75%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 tidak lagi begadang mengoreksi ratusan esai siswa. Fokus guru beralih pada pendampingan karakter siswa dan pengayaan materi.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7920" y="1600200"/>
            <a:ext cx="530352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7920" y="1600200"/>
            <a:ext cx="530352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55080" y="17099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37960" y="17099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1709928"/>
            <a:ext cx="118872" cy="1188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995160" y="1664208"/>
            <a:ext cx="4389120" cy="2194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86600" y="1664208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https://belajarplus.id/admin</a:t>
            </a:r>
            <a:endParaRPr lang="en-US" sz="800" dirty="0"/>
          </a:p>
        </p:txBody>
      </p:sp>
      <p:pic>
        <p:nvPicPr>
          <p:cNvPr id="22" name="Image 1" descr="C:\Users\errorscript\.gemini\antigravity-ide\scratch\belajarplus-tutorial\assets\kepsek_ai-credi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965960"/>
            <a:ext cx="521208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"/>
            <a:ext cx="1920240" cy="47548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834640" y="256032"/>
            <a:ext cx="3017520" cy="347472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834640" y="25603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STRATEGIS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8595360" y="256032"/>
            <a:ext cx="2926080" cy="347472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CD34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95360" y="25603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7772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Meningkatkan Poin Akreditasi BAN-S/M &amp; Kesiapan Audit Dinas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40080" y="1353312"/>
            <a:ext cx="10911535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0" y="6473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1600200"/>
            <a:ext cx="53035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6012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🏢  Standar Sarana &amp; Prasarana (Perpustakaan)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960120" y="219456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Memenuhi indikator penyediaan sarana literasi berbasis teknologi informasi. Sekolah memiliki koleksi ribuan judul e-library tanpa perlu menambah bangunan fisik baru.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172200" y="1600200"/>
            <a:ext cx="53035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9224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Standar Pengelolaan &amp; Evaluasi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6492240" y="219456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Tersedianya rekam jejak digital pembelajaran, pemantauan frekuensi membaca buku per siswa, dan transparansi distribusi tugas formatif maupun sumatif.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40080" y="3886200"/>
            <a:ext cx="53035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60120" y="4069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🖨️  Ekspor Berkas Akreditasi Sekali Klik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960120" y="448056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 sirkulasi buku, statistik peminjam teraktif, dan transkrip ketercapaian nilai dapat diunduh instan dalam format spreadsheet/PDF siap cetak untuk asesor.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172200" y="3886200"/>
            <a:ext cx="53035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92240" y="4069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🏛️  Validitas Data untuk Dinas Pendidikan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6492240" y="448056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Mempermudah pelaporan implementasi Kurikulum Merdeka kepada Pengawas Pembina dan Dinas Pendidikan setempat secara terukur, valid, dan akuntabel.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"/>
            <a:ext cx="1920240" cy="47548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834640" y="256032"/>
            <a:ext cx="3017520" cy="347472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834640" y="25603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KEAMANAN &amp; DISIPLIN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8595360" y="256032"/>
            <a:ext cx="2926080" cy="347472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CD34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95360" y="25603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7772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Integritas Akademik: Ujian LJD Anti-Cheat &amp; Presensi QR Code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40080" y="1353312"/>
            <a:ext cx="10911535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0" y="6473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1600200"/>
            <a:ext cx="5303520" cy="4526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11D4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0080" y="1600200"/>
            <a:ext cx="5303520" cy="640080"/>
          </a:xfrm>
          <a:prstGeom prst="rect">
            <a:avLst/>
          </a:prstGeom>
          <a:solidFill>
            <a:srgbClr val="FFE4E6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 Sistem Pengawas Ujian Anti-Cheat (Tab Focus)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960120" y="2468880"/>
            <a:ext cx="466344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Sistem otomatis mendeteksi dan mencatat setiap kali siswa membuka tab browser lain atau aplikasi contekan saat ujian berlangsung.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Header ujian menampilkan counter pelanggaran secara transparan kepada siswa.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Guru dan Kepala Sekolah dapat melihat riwayat integritas pengerjaan siswa secara objektif.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72200" y="1600200"/>
            <a:ext cx="5303520" cy="4526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72200" y="1600200"/>
            <a:ext cx="5303520" cy="640080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5508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📷  Presensi Digital QR Code &amp; Manual Code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492240" y="2468880"/>
            <a:ext cx="466344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Siswa memindai kode QR kelas dalam hitungan detik untuk absensi instan tanpa antre.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Dilengkapi fitur "Masukkan Kode Manual" bila perangkat kamera bermasalah.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Rekapitulasi kehadiran terhubung otomatis ke rekap bulanan sekolah untuk evaluasi wali kelas.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"/>
            <a:ext cx="1920240" cy="47548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834640" y="256032"/>
            <a:ext cx="3017520" cy="347472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2834640" y="25603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ALUR KEMITRAAN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8595360" y="256032"/>
            <a:ext cx="2926080" cy="347472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CD34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95360" y="25603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👑 Sesi Khusus Kepala Sekolah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40080" y="7772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Langkah Implementasi Cepat &amp; Pendampingan Penuh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40080" y="1353312"/>
            <a:ext cx="10911535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BelajarPlus.id — Ekosistem Literasi &amp; Perpustakaan Digital Resmi Sekolah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058400" y="6473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40080" y="1600200"/>
            <a:ext cx="2606040" cy="4526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08760" y="1965960"/>
            <a:ext cx="868680" cy="868680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508760" y="19659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22960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Kode Sekolah Mitra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2960" y="3703320"/>
            <a:ext cx="2240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Penerbitan Kode Sekolah resmi (SKL-XXXXX) &amp; aktivasi akun Administrator Utama oleh tim BelajarPlus.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410712" y="1600200"/>
            <a:ext cx="2606040" cy="4526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79392" y="1965960"/>
            <a:ext cx="868680" cy="868680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279392" y="19659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593592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 Pengguna &amp; Portal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93592" y="3703320"/>
            <a:ext cx="2240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Unggah data siswa &amp; guru via Excel, setting logo resmi, subdomain sekolah, dan kurikulum mapel.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81344" y="1600200"/>
            <a:ext cx="2606040" cy="4526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050024" y="1965960"/>
            <a:ext cx="868680" cy="868680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50024" y="19659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364224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Bimtek / Workshop Guru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364224" y="3703320"/>
            <a:ext cx="2240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Pelatihan teknis praktis 90 menit cara membuat kelas, penugasan LJD, dan penilaian otomatis.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8951976" y="1600200"/>
            <a:ext cx="2606040" cy="4526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820656" y="1965960"/>
            <a:ext cx="868680" cy="868680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820656" y="196596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9134856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Go-Live &amp; Pendampingan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9134856" y="3703320"/>
            <a:ext cx="2240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Sekolah resmi beroperasi digital didampingi Helpdesk khusus BelajarPlus untuk penanganan kendala.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3" name="Image 0" descr="C:\Users\errorscript\.gemini\antigravity-ide\scratch\belajarplus-tutorial\assets\belajar-plu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2743200" cy="685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1417320"/>
            <a:ext cx="4389120" cy="347472"/>
          </a:xfrm>
          <a:prstGeom prst="roundRect">
            <a:avLst/>
          </a:prstGeom>
          <a:solidFill>
            <a:srgbClr val="E0F2FE"/>
          </a:solidFill>
          <a:ln w="15240">
            <a:solidFill>
              <a:srgbClr val="BAE6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141732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🤝 KESIMPULAN &amp; KOMITMEN KEMITRAAN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731520" y="19202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Wujudkan Sekolah Digital Unggul &amp; Siap Akreditasi</a:t>
            </a:r>
            <a:endParaRPr lang="en-US" sz="26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BelajarPlus.id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731520" y="3154680"/>
            <a:ext cx="1069848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3337560"/>
            <a:ext cx="10149840" cy="2057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Efisiensi Anggaran BOS: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Penghematan belanja buku fisik BOS dan nol persen risiko buku hilang atau rusak.
</a:t>
            </a:r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Peningkatan Poin Akreditasi: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 fisik literasi digital terdata rapi dan siap diekspor sekali klik untuk visitasi BAN-S/M.
</a:t>
            </a:r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Peringanan Beban Guru: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Koreksi esai otomatis dengan Kredit AI, ujian LJD anti-cheat, dan presensi QR instan.
</a:t>
            </a:r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Branding Mandiri Sekolah: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Nama domain mandiri, logo sekolah resmi, serta instalasi mode aplikasi PWA di ponsel siswa.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31520" y="58064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Hubungi Tim Kemitraan: kemitraan@belajarplus.id | WhatsApp Support: +62 812-XXXX-XXXX | Website: https://belajarplus.id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BelajarPlus ID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Sosialisasi Ekosistem BelajarPlus untuk Kepala Sekolah</dc:title>
  <dc:subject>Transformasi Perpustakaan Digital &amp; Manajemen Pembelajaran Sekolah</dc:subject>
  <dc:creator>BelajarPlus Indonesia</dc:creator>
  <cp:lastModifiedBy>BelajarPlus Indonesia</cp:lastModifiedBy>
  <cp:revision>1</cp:revision>
  <dcterms:created xsi:type="dcterms:W3CDTF">2026-10-04T15:42:03Z</dcterms:created>
  <dcterms:modified xsi:type="dcterms:W3CDTF">2026-10-04T15:42:03Z</dcterms:modified>
</cp:coreProperties>
</file>