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731520"/>
            <a:ext cx="4389120" cy="5303520"/>
          </a:xfrm>
          <a:prstGeom prst="roundRect">
            <a:avLst/>
          </a:prstGeom>
          <a:solidFill>
            <a:srgbClr val="131E3A"/>
          </a:solidFill>
          <a:ln w="19050">
            <a:solidFill>
              <a:srgbClr val="1E3A8A"/>
            </a:solidFill>
            <a:prstDash val="solid"/>
          </a:ln>
        </p:spPr>
      </p:sp>
      <p:pic>
        <p:nvPicPr>
          <p:cNvPr id="4" name="Image 0" descr="C:\Users\errorscript\.gemini\antigravity-ide\scratch\belajarplus-tutorial\assets\kepsek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188720"/>
            <a:ext cx="3931920" cy="4389120"/>
          </a:xfrm>
          <a:prstGeom prst="rect">
            <a:avLst/>
          </a:prstGeom>
        </p:spPr>
      </p:pic>
      <p:pic>
        <p:nvPicPr>
          <p:cNvPr id="5" name="Image 1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560320" cy="6400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31520" y="1600200"/>
            <a:ext cx="4754880" cy="32918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31520" y="1600200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PROGRAM KEMITRAAN RESMI PERPUSTAKAAN DIGITAL SEKOLAH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731520" y="2103120"/>
            <a:ext cx="6583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Transformasi Ekosistem Literasi &amp;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Pembelajaran Digital Sekolah v2.0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Terpadu Efisiensi Anggaran BOS Buku, Ujian LJD Anti-Cheat,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Otomasi Koreksi Esai AI, dan Peningkatan Poin Akreditasi BAN-S/M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31520" y="4572000"/>
            <a:ext cx="6583680" cy="137160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005840" y="470916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Sasaran Khusus: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Dewan Kepala Sekolah, Wakil Kepala Sekolah &amp; Tim Kurikulum IT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Penyelenggara: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Kemitraan Strategis BelajarPlus.id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Utama: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Anggaran, Mutu Akademik Unggul, &amp; Kesiapan Audit Dinas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MASALAH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Tantangan Pengelolaan Literasi &amp; Ujian Sekolah Saat Ini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9496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1600200"/>
            <a:ext cx="137160" cy="2057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783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💸  Beban Anggaran Buku Fisik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219456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Buku cetak mudah robek, hilang, dan cepat usang setiap kali ada revisi kurikulum. Anggaran BOS terserap besar untuk pengadaan fisik yang berulang tiap tahun.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17920" y="1600200"/>
            <a:ext cx="539496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0" y="1600200"/>
            <a:ext cx="137160" cy="2057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783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  Minat Baca Siswa Rendah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537960" y="219456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Generasi digital lebih lekat dengan gawai. Mengandalkan perpustakaan fisik dengan jam buka terbatas membuat minat baca buku pelajaran menurun drastis.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539496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8640" y="3886200"/>
            <a:ext cx="137160" cy="2057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4069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Data Akreditasi Sulit Divalidasi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8680" y="448056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Pencatatan sirkulasi manual sering hilang dan tidak akuntabel saat visitasi asesor akreditasi BAN-S/M atau inspeksi berkala Pengawas Pembina Dinas.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17920" y="3886200"/>
            <a:ext cx="539496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17920" y="3886200"/>
            <a:ext cx="137160" cy="2057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37960" y="4069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⏳  Beban Administrasi Guru Sangat Tinggi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537960" y="448056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mengajar guru tersita berjam-jam hanya untuk mengoreksi tumpukan kertas ujian isian dan menyusun rekap nilai secara konvensional.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PLATFORM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Ekosistem Menyeluruh BelajarPlus v2.0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356616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1600200"/>
            <a:ext cx="3566160" cy="640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170992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 1. Perpustakaan Digital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2960" y="251460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Ribuan judul buku Kurikulum Merdeka &amp; K13 resmi.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lisensi eksemplar digital sekolah terukur.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E-Reader interaktif + kuis bab &amp; proteksi DRM.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Peminjaman online 24/7 di HP atau laptop siswa.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97680" y="1600200"/>
            <a:ext cx="356616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97680" y="1600200"/>
            <a:ext cx="356616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34840" y="170992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2. Smart E-Learning &amp; LJD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251460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Lembar Jawab Digital (LJD) terkoreksi otomatis.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Pengawas fokus tab anti-cheat anti-contekan.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Koreksi otomatis esai didukung Kredit AI Sekolah.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Presensi digital berbasis scan QR code instan.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46720" y="1600200"/>
            <a:ext cx="356616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0" y="1600200"/>
            <a:ext cx="3566160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83880" y="170992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 3. Executive Analytics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321040" y="251460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Dashboard Kepala Sekolah real-time tanpa delay.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Branding sekolah mandiri (logo &amp; domain kustom).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master data siswa, rombel, &amp; PTK.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Ekspor berkas akreditasi BAN-S/M sekali klik.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KEPALA SEKOLAH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Dashboard: Monitoring Kinerja Sekolah Real-Time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Keunggulan Panel Pimpinan (/admin):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Header Resmi &amp; Multi-Tenant Terpadu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Menampilkan identitas sekolah resmi (SMA N 1 Sragen). Pengawas dapat beralih antar-sekolah dari satu akun tanpa perlu logout.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Akumulasi Hasil Siswa &amp; Bank Soal Aktif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Memantau jumlah pengerjaan tugas siswa live tiap menit dan ketersediaan ratusan modul bank soal latihan siap pakai.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Baris 5 Aksi Cepat Eksekutif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Pintasan instan satu klik menuju: Kelola Kelas, Penugasan, Hasil Siswa, Perpustakaan, dan Presensi.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Ringkasan Tugas Sekolah Transparan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hasil penilaian siswa siap tinjau guru, total koleksi e-book, dan keaktifan komunitas sekolah.</a:t>
            </a:r>
            <a:endParaRPr lang="en-US" sz="1100" dirty="0"/>
          </a:p>
        </p:txBody>
      </p:sp>
      <p:pic>
        <p:nvPicPr>
          <p:cNvPr id="15" name="Image 1" descr="C:\Users\errorscript\.gemini\antigravity-ide\scratch\belajarplus-tutorial\assets\kepsek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1600200"/>
            <a:ext cx="55778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PERSONALISASI PORTAL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Identitas Mandiri: Branding Sekolah, Subdomain &amp; Custom Domain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Modul Tampilan Sekolah (/admin/library/settings):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Unggah Logo Resmi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sekolah Anda otomatis menggantikan logo BelajarPlus pada landing page perpustakaan siswa dan kartu login institusi.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Subdomain Khusus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Alamat akses web resmi yang profesional, contoh: smanegeri1sragen.belajarplus.id atau /s/smanegeri1sragen.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Integrasi Domain Kustom Sekolah (DNS)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dapat memakai domain web sendiri (misal: perpustakaan.sekolah.sch.id) via DNS A-Record atau Cloudflare.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Progressive Web App (PWA) di HP Siswa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Siswa dapat menginstal portal perpustakaan sebagai aplikasi mandiri di ponsel Android/iOS mereka.</a:t>
            </a:r>
            <a:endParaRPr lang="en-US" sz="1100" dirty="0"/>
          </a:p>
        </p:txBody>
      </p:sp>
      <p:pic>
        <p:nvPicPr>
          <p:cNvPr id="15" name="Image 1" descr="C:\Users\errorscript\.gemini\antigravity-ide\scratch\belajarplus-tutorial\assets\kepsek_tampilan_sekola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1600200"/>
            <a:ext cx="55778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INVENTARIS PERPUSTAKAAN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Anggaran BOS: Manajemen Lisensi &amp; Sirkulasi Buku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Sirkulasi Modern (/admin/library):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4 Metrik Inventaris Transparan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Pantau total Judul Buku (61 judul), Kuota Lisensi Eksemplar (452 lisensi), Buku Sedang Dipinjam, dan Kuota Tersedia secara live.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Zero Risk Buku Fisik Hilang/Rusak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Lisensi digital dapat dipinjam ratusan siswa bergantian secara otomatis (masa aktif 7-14 hari) dan kembali otomatis ke rak tanpa robek.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Antrean Peminjaman Cerdas (Waiting List)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Ketahui judul mana yang paling diminati siswa saat kuota habis untuk dasar pengadaan buku tahun ajaran baru.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Tabel "Penggunaan Lisensi Tertinggi"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 rasio buku terpakai per mata pelajaran sebagai landasan alokasi dana BOS yang tepat sasaran.</a:t>
            </a:r>
            <a:endParaRPr lang="en-US" sz="1100" dirty="0"/>
          </a:p>
        </p:txBody>
      </p:sp>
      <p:pic>
        <p:nvPicPr>
          <p:cNvPr id="15" name="Image 1" descr="C:\Users\errorscript\.gemini\antigravity-ide\scratch\belajarplus-tutorial\assets\kepsek_koleksi_buk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1600200"/>
            <a:ext cx="55778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MANAJEMEN PENGGUNA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 Civitas: Siswa, Pendaftaran &amp; PTK Dapodik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Kelola Pengguna Terpadu: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 Siswa Sekolah (/admin/students)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 Tab Status: Total Aktif, Sudah di Rombel, Belum di Rombel, dan Nonaktif.
• Fitur Impor Siswa Massal: Unggah ratusan data via spreadsheet/CSV instan.
• Menu Kode &amp; Pendaftaran: Verifikasi pengajuan akun siswa baru.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Modul Guru &amp; Tenaga Kependidikan (/admin/teachers)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Kelola akun Guru Pengajar dan Staf Tenaga Kependidikan.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Sinkronisasi nomor NUPTK / NIP resmi dinas.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Fitur Undang PTK dan Ekspor data kepegawaian siap pakai.</a:t>
            </a:r>
            <a:endParaRPr lang="en-US" sz="1100" dirty="0"/>
          </a:p>
        </p:txBody>
      </p:sp>
      <p:pic>
        <p:nvPicPr>
          <p:cNvPr id="15" name="Image 1" descr="C:\Users\errorscript\.gemini\antigravity-ide\scratch\belajarplus-tutorial\assets\kepsek_sisw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1600200"/>
            <a:ext cx="55778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GURU &amp; MUTU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Kurikulum Merdeka &amp; Inovasi Koreksi Esai Berbasis AI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AI Cerdas Sekolah (/admin/ai-credits):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Pemetaan Kurikulum Merdeka &amp; K13 Dinamis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Pengaturan mata pelajaran per tingkat kelas dan alokasi rombel belajar secara dinamis di modul Kurikulum.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Inovasi Kredit AI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baku: 1 Kredit = 1 Jawaban Isian/Esai dinilai otomatis oleh AI sesuai kunci &amp; rubrik guru. Soal pilihan ganda 100% bebas kredit!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Efisiensi Waktu Guru Hingga 75%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 tidak lagi begadang mengoreksi ratusan esai siswa. Fokus guru beralih pada pendampingan karakter siswa dan pengayaan materi.</a:t>
            </a:r>
            <a:endParaRPr lang="en-US" sz="1100" dirty="0"/>
          </a:p>
        </p:txBody>
      </p:sp>
      <p:pic>
        <p:nvPicPr>
          <p:cNvPr id="15" name="Image 1" descr="C:\Users\errorscript\.gemini\antigravity-ide\scratch\belajarplus-tutorial\assets\kepsek_ai-credi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1600200"/>
            <a:ext cx="55778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STRATEGIS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Meningkatkan Poin Akreditasi BAN-S/M &amp; Kesiapan Audit Dinas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 Standar Sarana &amp; Prasarana (Perpustakaan)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68680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Memenuhi indikator penyediaan sarana literasi berbasis teknologi informasi. Sekolah memiliki koleksi ribuan judul e-library tanpa perlu menambah bangunan fisik baru.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Standar Pengelolaan &amp; Evaluasi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Tersedianya rekam jejak digital pembelajaran, pemantauan frekuensi membaca buku per siswa, dan transparansi distribusi tugas formatif maupun sumatif.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0965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🖨️  Ekspor Berkas Akreditasi Sekali Klik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68680" y="448056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sirkulasi buku, statistik peminjam teraktif, dan transkrip ketercapaian nilai dapat diunduh instan dalam format spreadsheet/PDF siap cetak untuk asesor.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17920" y="393192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37960" y="40965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 Validitas Data untuk Dinas Pendidikan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48056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Mempermudah pelaporan implementasi Kurikulum Merdeka kepada Pengawas Pembina dan Dinas Pendidikan setempat secara terukur, valid, dan akuntabel.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&amp; DISIPLIN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Integritas Akademik: Ujian LJD Anti-Cheat &amp; Presensi QR Code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539496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1600200"/>
            <a:ext cx="5394960" cy="640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17099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Sistem Pengawas Ujian Anti-Cheat (Tab Focus)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68680" y="251460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otomatis mendeteksi dan mencatat setiap kali siswa membuka tab browser lain atau aplikasi contekan saat ujian berlangsung.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Header ujian menampilkan counter pelanggaran secara transparan kepada siswa.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Guru dan Kepala Sekolah dapat melihat riwayat integritas pengerjaan siswa secara objektif.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600200"/>
            <a:ext cx="539496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0" y="1600200"/>
            <a:ext cx="5394960" cy="640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7099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 Presensi Digital QR Code &amp; Manual Code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37960" y="251460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Siswa memindai kode QR kelas dalam hitungan detik untuk absensi instan tanpa antre.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Dilengkapi fitur "Masukkan Kode Manual" bila perangkat kamera bermasalah.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Rekapitulasi kehadiran terhubung otomatis ke rekap bulanan sekolah untuk evaluasi wali kelas.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1645920" cy="411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377440" y="228600"/>
            <a:ext cx="292608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377440" y="2286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KEMITRAAN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961120" y="228600"/>
            <a:ext cx="265176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0" y="2286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713232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Langkah Implementasi Cepat &amp; Pendampingan Penuh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441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739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Sosialisasi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0" y="64739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600200"/>
            <a:ext cx="26060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17320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17320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Kode Sekolah Mitra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Penerbitan Kode Sekolah resmi (SKL-XXXXX) &amp; aktivasi akun Administrator Utama oleh tim BelajarPlus.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83280" y="1600200"/>
            <a:ext cx="26060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51960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51960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56616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Pengguna &amp; Portal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Unggah data siswa &amp; guru via Excel, setting logo resmi, subdomain sekolah, dan kurikulum mapel.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1600200"/>
            <a:ext cx="26060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086600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86600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Bimtek / Workshop Guru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400800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Pelatihan teknis praktis 90 menit cara membuat kelas, penugasan LJD, dan penilaian otomatis.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052560" y="1600200"/>
            <a:ext cx="26060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921240" y="1965960"/>
            <a:ext cx="868680" cy="8686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21240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923544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 &amp; Pendampingan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9235440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resmi beroperasi digital didampingi Helpdesk khusus BelajarPlus untuk penanganan kendala.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2560320" cy="640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371600"/>
            <a:ext cx="411480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31520" y="1371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KESIMPULAN &amp; KOMITMEN KEMITRAAN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31520" y="18745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Wujudkan Sekolah Digital Unggul &amp; Siap Akreditasi</a:t>
            </a:r>
            <a:endParaRPr lang="en-US" sz="2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BelajarPlus.id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31520" y="3108960"/>
            <a:ext cx="10698480" cy="2377440"/>
          </a:xfrm>
          <a:prstGeom prst="roundRect">
            <a:avLst/>
          </a:prstGeom>
          <a:solidFill>
            <a:srgbClr val="131E3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3291840"/>
            <a:ext cx="10149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Efisiensi Anggaran BOS: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Penghematan belanja buku fisik BOS dan nol persen risiko buku hilang atau rusak.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Peningkatan Poin Akreditasi: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fisik literasi digital terdata rapi dan siap diekspor sekali klik untuk visitasi BAN-S/M.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Peringanan Beban Guru: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Koreksi esai otomatis dengan Kredit AI, ujian LJD anti-cheat, dan presensi QR instan.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Branding Mandiri Sekolah: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domain mandiri, logo sekolah resmi, serta instalasi mode aplikasi PWA di ponsel siswa.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31520" y="57150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Tim Kemitraan: kemitraan@belajarplus.id | WhatsApp Support: +62 812-XXXX-XXXX | Website: https://belajarplus.id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BelajarPlus 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Sosialisasi Ekosistem BelajarPlus untuk Kepala Sekolah</dc:title>
  <dc:subject>Transformasi Perpustakaan Digital &amp; Manajemen Pembelajaran Sekolah</dc:subject>
  <dc:creator>BelajarPlus Indonesia</dc:creator>
  <cp:lastModifiedBy>BelajarPlus Indonesia</cp:lastModifiedBy>
  <cp:revision>1</cp:revision>
  <dcterms:created xsi:type="dcterms:W3CDTF">2026-10-04T03:53:02Z</dcterms:created>
  <dcterms:modified xsi:type="dcterms:W3CDTF">2026-10-04T03:53:02Z</dcterms:modified>
</cp:coreProperties>
</file>